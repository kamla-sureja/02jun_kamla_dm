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0" r:id="rId4"/>
    <p:sldId id="257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42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87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9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2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51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1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4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7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91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69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98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20BB8-6E9D-4250-A77E-3334F923110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29826-5994-4CFF-A534-EA8F1131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59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6676" y="463639"/>
            <a:ext cx="9251324" cy="1513738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Track the following interactions in Google tag manager for </a:t>
            </a:r>
            <a:r>
              <a:rPr lang="en-GB" sz="3200" b="1" u="sng" dirty="0" smtClean="0"/>
              <a:t>https://beyondboardingpasses.blogspot.com/</a:t>
            </a:r>
            <a:endParaRPr lang="en-IN" sz="3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9910" y="2558849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 smtClean="0"/>
              <a:t>● Link clicks</a:t>
            </a:r>
          </a:p>
          <a:p>
            <a:pPr algn="l"/>
            <a:r>
              <a:rPr lang="en-GB" dirty="0" smtClean="0"/>
              <a:t>● Page load </a:t>
            </a:r>
          </a:p>
          <a:p>
            <a:pPr algn="l"/>
            <a:r>
              <a:rPr lang="en-GB" dirty="0" smtClean="0"/>
              <a:t>● Time (How long a visitor stayed on a particular page )</a:t>
            </a:r>
          </a:p>
          <a:p>
            <a:pPr algn="l"/>
            <a:r>
              <a:rPr lang="en-GB" dirty="0" smtClean="0"/>
              <a:t>● Button click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17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11" y="618186"/>
            <a:ext cx="10983733" cy="50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9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183"/>
            <a:ext cx="8740462" cy="796589"/>
          </a:xfrm>
        </p:spPr>
        <p:txBody>
          <a:bodyPr>
            <a:normAutofit/>
          </a:bodyPr>
          <a:lstStyle/>
          <a:p>
            <a:r>
              <a:rPr lang="en-GB" sz="4000" b="1" u="sng" dirty="0"/>
              <a:t>Page View</a:t>
            </a:r>
            <a:endParaRPr lang="en-IN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52" y="1313645"/>
            <a:ext cx="10302516" cy="498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4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59" y="579549"/>
            <a:ext cx="9144000" cy="571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6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13" y="762243"/>
            <a:ext cx="10486949" cy="484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8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2135" y="103030"/>
            <a:ext cx="8336924" cy="811369"/>
          </a:xfrm>
        </p:spPr>
        <p:txBody>
          <a:bodyPr>
            <a:normAutofit/>
          </a:bodyPr>
          <a:lstStyle/>
          <a:p>
            <a:r>
              <a:rPr lang="en-GB" sz="4000" b="1" u="sng" dirty="0" smtClean="0"/>
              <a:t>Just Links</a:t>
            </a:r>
            <a:endParaRPr lang="en-IN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463" y="1609859"/>
            <a:ext cx="9547538" cy="450760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32" y="1171977"/>
            <a:ext cx="10058400" cy="5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9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6574" y="207963"/>
            <a:ext cx="8688946" cy="899620"/>
          </a:xfrm>
        </p:spPr>
        <p:txBody>
          <a:bodyPr>
            <a:normAutofit/>
          </a:bodyPr>
          <a:lstStyle/>
          <a:p>
            <a:r>
              <a:rPr lang="en-GB" sz="4000" b="1" u="sng" dirty="0" smtClean="0"/>
              <a:t>Element Visibility</a:t>
            </a:r>
            <a:endParaRPr lang="en-IN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2585" y="1657328"/>
            <a:ext cx="8985159" cy="376467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47" y="1357033"/>
            <a:ext cx="10058400" cy="482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7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74" y="790472"/>
            <a:ext cx="10058400" cy="504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64" y="555464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8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103030"/>
            <a:ext cx="7954851" cy="1068946"/>
          </a:xfrm>
        </p:spPr>
        <p:txBody>
          <a:bodyPr>
            <a:normAutofit/>
          </a:bodyPr>
          <a:lstStyle/>
          <a:p>
            <a:r>
              <a:rPr lang="en-GB" sz="4000" b="1" u="sng" dirty="0" smtClean="0"/>
              <a:t>Click – All Elements</a:t>
            </a:r>
            <a:endParaRPr lang="en-IN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6373" y="1725768"/>
            <a:ext cx="9431628" cy="394093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68" y="1326524"/>
            <a:ext cx="10058400" cy="489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7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2" y="631065"/>
            <a:ext cx="10058400" cy="52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0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009" y="714329"/>
            <a:ext cx="10058400" cy="502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8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67" y="643945"/>
            <a:ext cx="10058400" cy="531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2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45</Words>
  <Application>Microsoft Office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Track the following interactions in Google tag manager for https://beyondboardingpasses.blogspot.com/</vt:lpstr>
      <vt:lpstr>PowerPoint Presentation</vt:lpstr>
      <vt:lpstr>Page View</vt:lpstr>
      <vt:lpstr>PowerPoint Presentation</vt:lpstr>
      <vt:lpstr>PowerPoint Presentation</vt:lpstr>
      <vt:lpstr>Just Links</vt:lpstr>
      <vt:lpstr>Element Visibility</vt:lpstr>
      <vt:lpstr>PowerPoint Presentation</vt:lpstr>
      <vt:lpstr>PowerPoint Presentation</vt:lpstr>
      <vt:lpstr>Click – All Elements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the following interactions in Google tag manager for https://beyondboardingpasses.blogspot.com/</dc:title>
  <dc:creator>DELL</dc:creator>
  <cp:lastModifiedBy>DELL</cp:lastModifiedBy>
  <cp:revision>37</cp:revision>
  <dcterms:created xsi:type="dcterms:W3CDTF">2025-10-30T10:47:11Z</dcterms:created>
  <dcterms:modified xsi:type="dcterms:W3CDTF">2025-11-10T18:50:55Z</dcterms:modified>
</cp:coreProperties>
</file>